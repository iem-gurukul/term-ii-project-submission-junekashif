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9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571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CCBC1"/>
          </a:solidFill>
          <a:ln w="12700">
            <a:solidFill>
              <a:srgbClr val="2CCB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6B8"/>
                </a:solidFill>
              </a:rPr>
              <a:t>1 / 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109728" cy="5033772"/>
          </a:xfrm>
          <a:prstGeom prst="rect">
            <a:avLst/>
          </a:prstGeom>
          <a:solidFill>
            <a:srgbClr val="2E4270"/>
          </a:solidFill>
          <a:ln w="1270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669280" y="-457200"/>
            <a:ext cx="4114800" cy="4114800"/>
          </a:xfrm>
          <a:prstGeom prst="ellipse">
            <a:avLst/>
          </a:prstGeom>
          <a:solidFill>
            <a:srgbClr val="2E4270"/>
          </a:solidFill>
          <a:ln w="1270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217920" y="91440"/>
            <a:ext cx="3200400" cy="3200400"/>
          </a:xfrm>
          <a:prstGeom prst="ellipse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0" y="731520"/>
            <a:ext cx="1828800" cy="1828800"/>
          </a:xfrm>
          <a:prstGeom prst="ellipse">
            <a:avLst/>
          </a:prstGeom>
          <a:solidFill>
            <a:srgbClr val="4A90D9">
              <a:alpha val="70000"/>
            </a:srgbClr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0" y="7315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548640"/>
            <a:ext cx="2194560" cy="274320"/>
          </a:xfrm>
          <a:prstGeom prst="rect">
            <a:avLst/>
          </a:prstGeom>
          <a:solidFill>
            <a:srgbClr val="2CCBC1">
              <a:alpha val="80000"/>
            </a:srgbClr>
          </a:solidFill>
          <a:ln w="12700">
            <a:solidFill>
              <a:srgbClr val="2CCB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548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OOPS LAB  ·  SEMESTER 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105156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Engine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32004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228600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CBC1"/>
                </a:solidFill>
              </a:rPr>
              <a:t>Problem: </a:t>
            </a:r>
            <a:r>
              <a:rPr lang="en-US" sz="1300" dirty="0">
                <a:solidFill>
                  <a:srgbClr val="E8EEF6"/>
                </a:solidFill>
              </a:rPr>
              <a:t>Automate quiz creation, administration &amp; evaluation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B0BFCF"/>
                </a:solidFill>
              </a:rPr>
              <a:t>with support for multiple question types, real-time timers &amp; persistent storage.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2926080" cy="347472"/>
          </a:xfrm>
          <a:prstGeom prst="rect">
            <a:avLst/>
          </a:prstGeom>
          <a:solidFill>
            <a:srgbClr val="2E4270"/>
          </a:solidFill>
          <a:ln w="12700">
            <a:solidFill>
              <a:srgbClr val="4A90D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33832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6"/>
                </a:solidFill>
              </a:rPr>
              <a:t>🎯  Target User: Students &amp; Educators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Mohammed Kashif Ansari  ·  Roll No. 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CCBC1"/>
          </a:solidFill>
          <a:ln w="12700">
            <a:solidFill>
              <a:srgbClr val="2CCB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SYSTEM DESIGN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6B8"/>
                </a:solidFill>
              </a:rPr>
              <a:t>2 /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1097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Design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5943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2CCBC1"/>
                </a:solidFill>
              </a:rPr>
              <a:t>HIGH-LEVEL ARCHITECTURE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475488"/>
          </a:xfrm>
          <a:prstGeom prst="rect">
            <a:avLst/>
          </a:prstGeom>
          <a:solidFill>
            <a:srgbClr val="4A90D9">
              <a:alpha val="85000"/>
            </a:srgbClr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86868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UI Layer  —  Main.java (Console Menu)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344168"/>
            <a:ext cx="0" cy="164592"/>
          </a:xfrm>
          <a:prstGeom prst="line">
            <a:avLst/>
          </a:prstGeom>
          <a:noFill/>
          <a:ln w="12700">
            <a:solidFill>
              <a:srgbClr val="7A9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1481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7A96B8"/>
                </a:solidFill>
              </a:rPr>
              <a:t>CORE LAYER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" y="1664208"/>
            <a:ext cx="2743200" cy="566928"/>
          </a:xfrm>
          <a:prstGeom prst="rect">
            <a:avLst/>
          </a:prstGeom>
          <a:solidFill>
            <a:srgbClr val="2E4270"/>
          </a:solidFill>
          <a:ln w="12700">
            <a:solidFill>
              <a:srgbClr val="4A90D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166420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QuizSession
</a:t>
            </a:r>
            <a:r>
              <a:rPr lang="en-US" sz="900" dirty="0">
                <a:solidFill>
                  <a:srgbClr val="B0BFCF"/>
                </a:solidFill>
              </a:rPr>
              <a:t>Runnable / Timer Thread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664208"/>
            <a:ext cx="2743200" cy="566928"/>
          </a:xfrm>
          <a:prstGeom prst="rect">
            <a:avLst/>
          </a:prstGeom>
          <a:solidFill>
            <a:srgbClr val="2E4270"/>
          </a:solidFill>
          <a:ln w="12700">
            <a:solidFill>
              <a:srgbClr val="4A90D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0" y="166420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ScoreEvaluator
</a:t>
            </a:r>
            <a:r>
              <a:rPr lang="en-US" sz="900" dirty="0">
                <a:solidFill>
                  <a:srgbClr val="B0BFCF"/>
                </a:solidFill>
              </a:rPr>
              <a:t>Strategy Pattern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664208"/>
            <a:ext cx="2743200" cy="566928"/>
          </a:xfrm>
          <a:prstGeom prst="rect">
            <a:avLst/>
          </a:prstGeom>
          <a:solidFill>
            <a:srgbClr val="2E4270"/>
          </a:solidFill>
          <a:ln w="12700">
            <a:solidFill>
              <a:srgbClr val="4A90D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26480" y="166420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Quiz Container
</a:t>
            </a:r>
            <a:r>
              <a:rPr lang="en-US" sz="900" dirty="0">
                <a:solidFill>
                  <a:srgbClr val="B0BFCF"/>
                </a:solidFill>
              </a:rPr>
              <a:t>Questions + Metadata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2231136"/>
            <a:ext cx="0" cy="164592"/>
          </a:xfrm>
          <a:prstGeom prst="line">
            <a:avLst/>
          </a:prstGeom>
          <a:noFill/>
          <a:ln w="12700">
            <a:solidFill>
              <a:srgbClr val="7A9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23957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7A96B8"/>
                </a:solidFill>
              </a:rPr>
              <a:t>MODEL LAYER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74320" y="2578608"/>
            <a:ext cx="2148840" cy="411480"/>
          </a:xfrm>
          <a:prstGeom prst="rect">
            <a:avLst/>
          </a:prstGeom>
          <a:solidFill>
            <a:srgbClr val="243558"/>
          </a:solidFill>
          <a:ln w="12700">
            <a:solidFill>
              <a:srgbClr val="2CCB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257860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MCQQuestion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87752" y="2578608"/>
            <a:ext cx="2148840" cy="411480"/>
          </a:xfrm>
          <a:prstGeom prst="rect">
            <a:avLst/>
          </a:prstGeom>
          <a:solidFill>
            <a:srgbClr val="243558"/>
          </a:solidFill>
          <a:ln w="12700">
            <a:solidFill>
              <a:srgbClr val="2CCB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587752" y="257860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TrueFalseQuestion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01184" y="2578608"/>
            <a:ext cx="2148840" cy="411480"/>
          </a:xfrm>
          <a:prstGeom prst="rect">
            <a:avLst/>
          </a:prstGeom>
          <a:solidFill>
            <a:srgbClr val="243558"/>
          </a:solidFill>
          <a:ln w="12700">
            <a:solidFill>
              <a:srgbClr val="2CCB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01184" y="257860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ShortAnswerQuestion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14616" y="2578608"/>
            <a:ext cx="2148840" cy="411480"/>
          </a:xfrm>
          <a:prstGeom prst="rect">
            <a:avLst/>
          </a:prstGeom>
          <a:solidFill>
            <a:srgbClr val="243558"/>
          </a:solidFill>
          <a:ln w="12700">
            <a:solidFill>
              <a:srgbClr val="2CCB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214616" y="257860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Question (Abstract)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80560" y="2990088"/>
            <a:ext cx="0" cy="164592"/>
          </a:xfrm>
          <a:prstGeom prst="line">
            <a:avLst/>
          </a:prstGeom>
          <a:noFill/>
          <a:ln w="12700">
            <a:solidFill>
              <a:srgbClr val="7A9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74320" y="315468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7A96B8"/>
                </a:solidFill>
              </a:rPr>
              <a:t>STORAGE &amp; EXCEPTIONS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74320" y="3337560"/>
            <a:ext cx="2743200" cy="475488"/>
          </a:xfrm>
          <a:prstGeom prst="rect">
            <a:avLst/>
          </a:prstGeom>
          <a:solidFill>
            <a:srgbClr val="243558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74320" y="33375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FileManager
</a:t>
            </a:r>
            <a:r>
              <a:rPr lang="en-US" sz="850" dirty="0">
                <a:solidFill>
                  <a:srgbClr val="B0BFCF"/>
                </a:solidFill>
              </a:rPr>
              <a:t>storage/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0" y="3337560"/>
            <a:ext cx="2743200" cy="475488"/>
          </a:xfrm>
          <a:prstGeom prst="rect">
            <a:avLst/>
          </a:prstGeom>
          <a:solidFill>
            <a:srgbClr val="243558"/>
          </a:solidFill>
          <a:ln w="12700">
            <a:solidFill>
              <a:srgbClr val="7A9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200400" y="33375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InvalidInputException
</a:t>
            </a:r>
            <a:r>
              <a:rPr lang="en-US" sz="850" dirty="0">
                <a:solidFill>
                  <a:srgbClr val="B0BFCF"/>
                </a:solidFill>
              </a:rPr>
              <a:t>exceptions/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3337560"/>
            <a:ext cx="2743200" cy="475488"/>
          </a:xfrm>
          <a:prstGeom prst="rect">
            <a:avLst/>
          </a:prstGeom>
          <a:solidFill>
            <a:srgbClr val="243558"/>
          </a:solidFill>
          <a:ln w="12700">
            <a:solidFill>
              <a:srgbClr val="7A9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126480" y="33375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SessionViolationException
</a:t>
            </a:r>
            <a:r>
              <a:rPr lang="en-US" sz="850" dirty="0">
                <a:solidFill>
                  <a:srgbClr val="B0BFCF"/>
                </a:solidFill>
              </a:rPr>
              <a:t>exceptions/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931920"/>
            <a:ext cx="8595360" cy="804672"/>
          </a:xfrm>
          <a:prstGeom prst="rect">
            <a:avLst/>
          </a:prstGeom>
          <a:solidFill>
            <a:srgbClr val="243558"/>
          </a:solidFill>
          <a:ln w="1270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7200" y="39593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CBC1"/>
                </a:solidFill>
              </a:rPr>
              <a:t>📁  Package Structure: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15137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  ├── core/   ├── model/   ├── storage/   ├── exceptions/   ├── Main.java   └── UnitTest.java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CCBC1"/>
          </a:solidFill>
          <a:ln w="12700">
            <a:solidFill>
              <a:srgbClr val="2CCB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OOP CONCEPTS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6B8"/>
                </a:solidFill>
              </a:rPr>
              <a:t>3 /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1097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OOP Concepts Used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594360"/>
            <a:ext cx="4206240" cy="1783080"/>
          </a:xfrm>
          <a:prstGeom prst="rect">
            <a:avLst/>
          </a:prstGeom>
          <a:solidFill>
            <a:srgbClr val="243558"/>
          </a:solidFill>
          <a:ln w="12700">
            <a:solidFill>
              <a:srgbClr val="4A90D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594360"/>
            <a:ext cx="420624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93192" y="758952"/>
            <a:ext cx="475488" cy="475488"/>
          </a:xfrm>
          <a:prstGeom prst="ellipse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93192" y="758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8408" y="7589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Abstraction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3192" y="1252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90D9"/>
                </a:solidFill>
              </a:rPr>
              <a:t>Question (Abstract Class)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93192" y="150876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FCF"/>
                </a:solidFill>
              </a:rPr>
              <a:t>Defines evaluate(), getScore(), display() as abstract methods — hides implementation from Quiz logic.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594360"/>
            <a:ext cx="4206240" cy="1783080"/>
          </a:xfrm>
          <a:prstGeom prst="rect">
            <a:avLst/>
          </a:prstGeom>
          <a:solidFill>
            <a:srgbClr val="243558"/>
          </a:solidFill>
          <a:ln w="12700">
            <a:solidFill>
              <a:srgbClr val="2CCB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594360"/>
            <a:ext cx="4206240" cy="54864"/>
          </a:xfrm>
          <a:prstGeom prst="rect">
            <a:avLst/>
          </a:prstGeom>
          <a:solidFill>
            <a:srgbClr val="2CCBC1"/>
          </a:solidFill>
          <a:ln w="12700">
            <a:solidFill>
              <a:srgbClr val="2CCB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828032" y="758952"/>
            <a:ext cx="475488" cy="475488"/>
          </a:xfrm>
          <a:prstGeom prst="ellipse">
            <a:avLst/>
          </a:prstGeom>
          <a:solidFill>
            <a:srgbClr val="2CCBC1">
              <a:alpha val="80000"/>
            </a:srgbClr>
          </a:solidFill>
          <a:ln w="12700">
            <a:solidFill>
              <a:srgbClr val="2CCB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28032" y="758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13248" y="7589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Inheritance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28032" y="1252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CCBC1"/>
                </a:solidFill>
              </a:rPr>
              <a:t>MCQQuestion, TrueFalseQuestion, ShortAnswerQuestion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28032" y="150876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FCF"/>
                </a:solidFill>
              </a:rPr>
              <a:t>All extend Question, inheriting id, text, marks fields and overriding abstract methods.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606040"/>
            <a:ext cx="4206240" cy="1783080"/>
          </a:xfrm>
          <a:prstGeom prst="rect">
            <a:avLst/>
          </a:prstGeom>
          <a:solidFill>
            <a:srgbClr val="243558"/>
          </a:solidFill>
          <a:ln w="12700">
            <a:solidFill>
              <a:srgbClr val="E8834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28600" y="2606040"/>
            <a:ext cx="4206240" cy="54864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93192" y="2770632"/>
            <a:ext cx="475488" cy="475488"/>
          </a:xfrm>
          <a:prstGeom prst="ellipse">
            <a:avLst/>
          </a:prstGeom>
          <a:solidFill>
            <a:srgbClr val="E8834A">
              <a:alpha val="80000"/>
            </a:srgbClr>
          </a:solidFill>
          <a:ln w="12700">
            <a:solidFill>
              <a:srgbClr val="E88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93192" y="27706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8408" y="27706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Polymorphism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93192" y="32644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8834A"/>
                </a:solidFill>
              </a:rPr>
              <a:t>QuizSession — question loop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93192" y="352044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FCF"/>
                </a:solidFill>
              </a:rPr>
              <a:t>List&lt;Question&gt; iterates all types uniformly; correct evaluate() / display() dispatched at runtime.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606040"/>
            <a:ext cx="4206240" cy="1783080"/>
          </a:xfrm>
          <a:prstGeom prst="rect">
            <a:avLst/>
          </a:prstGeom>
          <a:solidFill>
            <a:srgbClr val="243558"/>
          </a:solidFill>
          <a:ln w="12700">
            <a:solidFill>
              <a:srgbClr val="9B59B6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63440" y="2606040"/>
            <a:ext cx="420624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28032" y="2770632"/>
            <a:ext cx="475488" cy="475488"/>
          </a:xfrm>
          <a:prstGeom prst="ellipse">
            <a:avLst/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28032" y="27706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⚙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13248" y="27706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Design Pattern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828032" y="32644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B59B6"/>
                </a:solidFill>
              </a:rPr>
              <a:t>Strategy Pattern — ScoreEvaluator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28032" y="352044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FCF"/>
                </a:solidFill>
              </a:rPr>
              <a:t>ScoreStrategy interface injected into ScoreEvaluator; swappable scoring (partial credit, weighted) at runtime.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CCBC1"/>
          </a:solidFill>
          <a:ln w="12700">
            <a:solidFill>
              <a:srgbClr val="2CCB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TECHNICAL HIGHLIGHT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6B8"/>
                </a:solidFill>
              </a:rPr>
              <a:t>4 /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1097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Technical Highlight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594360"/>
            <a:ext cx="5074920" cy="4160520"/>
          </a:xfrm>
          <a:prstGeom prst="rect">
            <a:avLst/>
          </a:prstGeom>
          <a:solidFill>
            <a:srgbClr val="0D1117"/>
          </a:solidFill>
          <a:ln w="12700">
            <a:solidFill>
              <a:srgbClr val="4A90D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594360"/>
            <a:ext cx="5074920" cy="292608"/>
          </a:xfrm>
          <a:prstGeom prst="rect">
            <a:avLst/>
          </a:prstGeom>
          <a:solidFill>
            <a:srgbClr val="2E4270"/>
          </a:solidFill>
          <a:ln w="1270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658368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85800" y="658368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60120" y="658368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88720" y="6217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FCF"/>
                </a:solidFill>
              </a:rPr>
              <a:t>QuizSession.java  ·  Background Timer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" y="9509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11795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run() {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14081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(sessionActive &amp;&amp; timeRemaining &gt; 0) {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16367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CB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Thread.sleep(1000);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18653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CB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timeRemaining--;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20939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(timeRemaining % 10 == 0) {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23225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8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System.out.println("[Time: " + timeRemaining + "s]");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25511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27797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(timeRemaining == 0) {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30083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CB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sessionActive = false; // auto-end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32369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34655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36941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32120" y="594360"/>
            <a:ext cx="3383280" cy="1261872"/>
          </a:xfrm>
          <a:prstGeom prst="rect">
            <a:avLst/>
          </a:prstGeom>
          <a:solidFill>
            <a:srgbClr val="243558"/>
          </a:solidFill>
          <a:ln w="12700">
            <a:solidFill>
              <a:srgbClr val="4A90D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532120" y="594360"/>
            <a:ext cx="91440" cy="12618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669280" y="64922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669280" y="92354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Concurrent Timer Thread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0" y="11887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0BFCF"/>
                </a:solidFill>
              </a:rPr>
              <a:t>QuizSession implements Runnable — the timer runs in a background thread, counting down without blocking user input.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32120" y="1965960"/>
            <a:ext cx="3383280" cy="1261872"/>
          </a:xfrm>
          <a:prstGeom prst="rect">
            <a:avLst/>
          </a:prstGeom>
          <a:solidFill>
            <a:srgbClr val="243558"/>
          </a:solidFill>
          <a:ln w="12700">
            <a:solidFill>
              <a:srgbClr val="2CCB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532120" y="1965960"/>
            <a:ext cx="91440" cy="1261872"/>
          </a:xfrm>
          <a:prstGeom prst="rect">
            <a:avLst/>
          </a:prstGeom>
          <a:solidFill>
            <a:srgbClr val="2CCBC1"/>
          </a:solidFill>
          <a:ln w="12700">
            <a:solidFill>
              <a:srgbClr val="2CCB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669280" y="202082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C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669280" y="229514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Why This Approach?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0" y="25603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0BFCF"/>
                </a:solidFill>
              </a:rPr>
              <a:t>A blocking timer would freeze the console. Using Thread.sleep(1000) in a separate thread keeps I/O responsive while enforcing the time limit.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32120" y="3337560"/>
            <a:ext cx="3383280" cy="1261872"/>
          </a:xfrm>
          <a:prstGeom prst="rect">
            <a:avLst/>
          </a:prstGeom>
          <a:solidFill>
            <a:srgbClr val="243558"/>
          </a:solidFill>
          <a:ln w="12700">
            <a:solidFill>
              <a:srgbClr val="E8834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532120" y="3337560"/>
            <a:ext cx="91440" cy="1261872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669280" y="339242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669280" y="366674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Strategy Pattern Choice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69280" y="39319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0BFCF"/>
                </a:solidFill>
              </a:rPr>
              <a:t>ScoreEvaluator accepts any ScoreStrategy at runtime — future partial-credit or weighted scoring requires zero changes to core session logic.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CCBC1"/>
          </a:solidFill>
          <a:ln w="12700">
            <a:solidFill>
              <a:srgbClr val="2CCB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LIVE DEMO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6B8"/>
                </a:solidFill>
              </a:rPr>
              <a:t>5 /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1097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Live Demo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566928"/>
            <a:ext cx="5943600" cy="4187952"/>
          </a:xfrm>
          <a:prstGeom prst="rect">
            <a:avLst/>
          </a:prstGeom>
          <a:solidFill>
            <a:srgbClr val="243558"/>
          </a:solidFill>
          <a:ln w="25400">
            <a:solidFill>
              <a:srgbClr val="4A90D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" y="749808"/>
            <a:ext cx="5577840" cy="3822192"/>
          </a:xfrm>
          <a:prstGeom prst="rect">
            <a:avLst/>
          </a:prstGeom>
          <a:solidFill>
            <a:srgbClr val="1A2B4A">
              <a:alpha val="70000"/>
            </a:srgbClr>
          </a:solidFill>
          <a:ln w="12700">
            <a:solidFill>
              <a:srgbClr val="7A9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0" y="1920240"/>
            <a:ext cx="1097280" cy="1097280"/>
          </a:xfrm>
          <a:prstGeom prst="ellipse">
            <a:avLst/>
          </a:prstGeom>
          <a:solidFill>
            <a:srgbClr val="4A90D9">
              <a:alpha val="85000"/>
            </a:srgbClr>
          </a:solidFill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0" y="1920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</a:rPr>
              <a:t>▶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11480" y="320040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7A96B8"/>
                </a:solidFill>
              </a:rPr>
              <a:t>INSERT VIDEO HERE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6B8"/>
                </a:solidFill>
              </a:rPr>
              <a:t>Drag &amp; drop or Insert → Video to embed your demo recording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55080" y="566928"/>
            <a:ext cx="2560320" cy="4187952"/>
          </a:xfrm>
          <a:prstGeom prst="rect">
            <a:avLst/>
          </a:prstGeom>
          <a:solidFill>
            <a:srgbClr val="243558"/>
          </a:solidFill>
          <a:ln w="12700">
            <a:solidFill>
              <a:srgbClr val="2E42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0" y="65836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2CCBC1"/>
                </a:solidFill>
              </a:rPr>
              <a:t>DEMO SCRIPT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46520" y="1005840"/>
            <a:ext cx="310896" cy="310896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46520" y="10058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39712" y="1005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Working System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39712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B0BFCF"/>
                </a:solidFill>
              </a:rPr>
              <a:t>Load quiz &amp; start session with countdown timer visible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601968" y="1316736"/>
            <a:ext cx="0" cy="320040"/>
          </a:xfrm>
          <a:prstGeom prst="line">
            <a:avLst/>
          </a:prstGeom>
          <a:noFill/>
          <a:ln w="12700">
            <a:solidFill>
              <a:srgbClr val="7A9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446520" y="1956816"/>
            <a:ext cx="310896" cy="310896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46520" y="19568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39712" y="19568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MCQ + T/F + Short Ans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39712" y="223113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B0BFCF"/>
                </a:solidFill>
              </a:rPr>
              <a:t>Answer all 3 question types in one session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01968" y="2267712"/>
            <a:ext cx="0" cy="320040"/>
          </a:xfrm>
          <a:prstGeom prst="line">
            <a:avLst/>
          </a:prstGeom>
          <a:noFill/>
          <a:ln w="12700">
            <a:solidFill>
              <a:srgbClr val="7A9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446520" y="2907792"/>
            <a:ext cx="310896" cy="310896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46520" y="29077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39712" y="2907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Meaningful Scenario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39712" y="31821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B0BFCF"/>
                </a:solidFill>
              </a:rPr>
              <a:t>Complete a timed quiz — view score &amp; result summary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3218688"/>
            <a:ext cx="0" cy="320040"/>
          </a:xfrm>
          <a:prstGeom prst="line">
            <a:avLst/>
          </a:prstGeom>
          <a:noFill/>
          <a:ln w="12700">
            <a:solidFill>
              <a:srgbClr val="7A96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446520" y="3858768"/>
            <a:ext cx="310896" cy="310896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46520" y="38587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39712" y="3858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Error Handling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39712" y="41330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B0BFCF"/>
                </a:solidFill>
              </a:rPr>
              <a:t>Submit blank input → InvalidInputException shown; timeout → auto session end</a:t>
            </a:r>
            <a:endParaRPr lang="en-US" sz="850" dirty="0"/>
          </a:p>
        </p:txBody>
      </p:sp>
      <p:pic>
        <p:nvPicPr>
          <p:cNvPr id="35" name="Recording 2026-03-29 235821">
            <a:hlinkClick r:id="" action="ppaction://media"/>
            <a:extLst>
              <a:ext uri="{FF2B5EF4-FFF2-40B4-BE49-F238E27FC236}">
                <a16:creationId xmlns:a16="http://schemas.microsoft.com/office/drawing/2014/main" id="{BC997CA8-3898-FC87-E48B-52EE8114C07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8600" y="573956"/>
            <a:ext cx="5932947" cy="41809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126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498</Words>
  <Application>Microsoft Office PowerPoint</Application>
  <PresentationFormat>On-screen Show (16:9)</PresentationFormat>
  <Paragraphs>97</Paragraphs>
  <Slides>5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Quiz Engine</dc:title>
  <dc:subject>PptxGenJS Presentation</dc:subject>
  <dc:creator>Mohammed Kashif Ansari</dc:creator>
  <cp:lastModifiedBy>kakashi.f.28th@gmail.com</cp:lastModifiedBy>
  <cp:revision>2</cp:revision>
  <dcterms:created xsi:type="dcterms:W3CDTF">2026-03-29T18:31:59Z</dcterms:created>
  <dcterms:modified xsi:type="dcterms:W3CDTF">2026-03-29T18:54:03Z</dcterms:modified>
</cp:coreProperties>
</file>